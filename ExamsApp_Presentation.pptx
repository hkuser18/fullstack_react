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30" y="53"/>
      </p:cViewPr>
      <p:guideLst/>
    </p:cSldViewPr>
  </p:slideViewPr>
  <p:notesTextViewPr>
    <p:cViewPr>
      <p:scale>
        <a:sx n="3" d="2"/>
        <a:sy n="3" d="2"/>
      </p:scale>
      <p:origin x="-19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19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280160"/>
            <a:ext cx="4023360" cy="402336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16788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ExamsApp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Stack Exam Management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|  Full Stack Development Course, Tel-Hai College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58978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Hadar Keller and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Ginzberg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system for managing online exams end to 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77240" y="213055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22779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5740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40487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grade exams; manage a question bank; review submissions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6551676" y="213055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077" y="22779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3196" y="205740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83196" y="240487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published exams, take them under a timer, view grades &amp; feedback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1"/>
          <p:cNvSpPr/>
          <p:nvPr/>
        </p:nvSpPr>
        <p:spPr>
          <a:xfrm>
            <a:off x="777240" y="386791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40153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9476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14223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distinct roles: admin, teacher, student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23076" y="361188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Shape 15"/>
          <p:cNvSpPr/>
          <p:nvPr/>
        </p:nvSpPr>
        <p:spPr>
          <a:xfrm>
            <a:off x="6551676" y="386791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077" y="40153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3196" y="379476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83196" y="414223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relational database — not just in-memory or mocked data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5" name="Shape 19"/>
          <p:cNvSpPr/>
          <p:nvPr/>
        </p:nvSpPr>
        <p:spPr>
          <a:xfrm>
            <a:off x="777240" y="56052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641" y="57526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53212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587959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publicly reachable application — not just source code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23076" y="5349240"/>
            <a:ext cx="53172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0" name="Shape 23"/>
          <p:cNvSpPr/>
          <p:nvPr/>
        </p:nvSpPr>
        <p:spPr>
          <a:xfrm>
            <a:off x="6551676" y="5605272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077" y="575267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83196" y="5532120"/>
            <a:ext cx="4128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&amp; creativity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83196" y="5879592"/>
            <a:ext cx="41285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go meaningfully beyond the minimum requirements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485900" y="185623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076" y="202740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0604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89864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01568" y="160020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338828" y="185623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004" y="202740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260604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93008" y="289864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(ESM)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bcryptjs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54496" y="160020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0"/>
          <p:cNvSpPr/>
          <p:nvPr/>
        </p:nvSpPr>
        <p:spPr>
          <a:xfrm>
            <a:off x="7191756" y="185623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932" y="2027408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45936" y="260604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45936" y="289864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107424" y="160020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4"/>
          <p:cNvSpPr/>
          <p:nvPr/>
        </p:nvSpPr>
        <p:spPr>
          <a:xfrm>
            <a:off x="10044684" y="185623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5860" y="2027408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98864" y="260604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98864" y="289864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84048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Shape 18"/>
          <p:cNvSpPr/>
          <p:nvPr/>
        </p:nvSpPr>
        <p:spPr>
          <a:xfrm>
            <a:off x="1485900" y="409651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076" y="4267688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48463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40080" y="5138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01568" y="384048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Shape 22"/>
          <p:cNvSpPr/>
          <p:nvPr/>
        </p:nvSpPr>
        <p:spPr>
          <a:xfrm>
            <a:off x="4338828" y="409651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0004" y="4267688"/>
            <a:ext cx="316017" cy="31601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93008" y="48463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3493008" y="5138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54496" y="384048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Shape 26"/>
          <p:cNvSpPr/>
          <p:nvPr/>
        </p:nvSpPr>
        <p:spPr>
          <a:xfrm>
            <a:off x="7191756" y="409651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932" y="4267688"/>
            <a:ext cx="316017" cy="31601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45936" y="48463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6345936" y="5138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107424" y="3840480"/>
            <a:ext cx="25328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9" name="Shape 30"/>
          <p:cNvSpPr/>
          <p:nvPr/>
        </p:nvSpPr>
        <p:spPr>
          <a:xfrm>
            <a:off x="10044684" y="4096512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5860" y="4267688"/>
            <a:ext cx="316017" cy="316017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98864" y="48463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9198864" y="513892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+ static + Postgres)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Vitest + React Testing Library — 188 automated client-side tests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api/index.js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60020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79476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MockApiService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(localStorage, no backend)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03320" y="2679192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794760" y="2679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ServerApiService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(fetch + JWT bearer token)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0332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VITE_USE_SERVER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between them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17373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178040" y="2011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requireRole() guard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12680" y="173736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10652760" y="190195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406" y="2044598"/>
            <a:ext cx="263347" cy="263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126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28" y="2258568"/>
            <a:ext cx="329184" cy="329184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2258568"/>
            <a:ext cx="329184" cy="329184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188" y="225856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0080" y="384962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4"/>
          <p:cNvSpPr/>
          <p:nvPr/>
        </p:nvSpPr>
        <p:spPr>
          <a:xfrm>
            <a:off x="914400" y="379476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React Router — App.jsx holds activePage/pageParams state; components navigate via an onNavigate(page, params) prop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53542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16"/>
          <p:cNvSpPr/>
          <p:nvPr/>
        </p:nvSpPr>
        <p:spPr>
          <a:xfrm>
            <a:off x="914400" y="448056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 — server signs a JWT ({ id, role }, 24h expiry) on login; every protected route runs it through auth then an optional requireRole(...) guard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28516" y="1188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4128516" y="118872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128516" y="1380744"/>
            <a:ext cx="3931920" cy="192024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329684" y="118872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66260" y="1691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password (bcrypt hash)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teacher | student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| pending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4533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453384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3453384" cy="192024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3051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question_bank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3474720"/>
            <a:ext cx="29961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text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multiple-choice | open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/ correct_option (MC only)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(open only), topic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 (FK)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7784" y="2971800"/>
            <a:ext cx="34533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4367784" y="2971800"/>
            <a:ext cx="3453384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367784" y="3163824"/>
            <a:ext cx="3453384" cy="192024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568952" y="2971800"/>
            <a:ext cx="3051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5528" y="3474720"/>
            <a:ext cx="29961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exam_id (FK)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(FK)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(JSONB), score, passed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started_at, submitted_at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tab_switch_count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6928" y="2971800"/>
            <a:ext cx="34533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8186928" y="2971800"/>
            <a:ext cx="3453384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8186928" y="3163824"/>
            <a:ext cx="3453384" cy="192024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8388096" y="2971800"/>
            <a:ext cx="3051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24672" y="3474720"/>
            <a:ext cx="29961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description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 (FK)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draft | published | closed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passing_score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(JSONB), start/end date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2275332" y="2560320"/>
            <a:ext cx="2954122" cy="4114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4" name="Shape 22"/>
          <p:cNvSpPr/>
          <p:nvPr/>
        </p:nvSpPr>
        <p:spPr>
          <a:xfrm>
            <a:off x="6094476" y="2560320"/>
            <a:ext cx="914" cy="4114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6959498" y="2560320"/>
            <a:ext cx="2954122" cy="41148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7821168" y="4229100"/>
            <a:ext cx="365760" cy="914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2887248" y="26471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04204" y="26380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112984" y="26471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26808" y="39547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exam_id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62910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exams.questions embeds question snapshots rather than referencing question_bank by foreign key — editing a bank question never retroactively changes an existing exam.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Teacher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97312" y="36576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94" y="567842"/>
            <a:ext cx="373075" cy="373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002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5544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delete exams; build a reusable question bank (multiple-choice + open-ended)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2240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close / reopen workflow: draft → published → closed, with reopen back to published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6400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9260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exam scheduling window (start / end dates)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36118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 results view: auto-computed average score and pass rate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43434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64008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42976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grade override with written feedback for a student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40080" y="5029200"/>
            <a:ext cx="310896" cy="310896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64008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43000" y="49834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of a class's results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Student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97312" y="36576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94" y="567842"/>
            <a:ext cx="373075" cy="373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2532888" cy="2377440"/>
          </a:xfrm>
          <a:prstGeom prst="roundRect">
            <a:avLst>
              <a:gd name="adj" fmla="val 3077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B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6517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published exams available to take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532" y="298094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1568" y="1920240"/>
            <a:ext cx="2532888" cy="2377440"/>
          </a:xfrm>
          <a:prstGeom prst="roundRect">
            <a:avLst>
              <a:gd name="adj" fmla="val 307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7"/>
          <p:cNvSpPr/>
          <p:nvPr/>
        </p:nvSpPr>
        <p:spPr>
          <a:xfrm>
            <a:off x="3401568" y="210312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B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538728" y="26517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84448" y="30632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under a countdown timer; answers auto-save to localStorage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980944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54496" y="1920240"/>
            <a:ext cx="2532888" cy="2377440"/>
          </a:xfrm>
          <a:prstGeom prst="roundRect">
            <a:avLst>
              <a:gd name="adj" fmla="val 3077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1"/>
          <p:cNvSpPr/>
          <p:nvPr/>
        </p:nvSpPr>
        <p:spPr>
          <a:xfrm>
            <a:off x="6254496" y="210312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B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391656" y="26517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37376" y="30632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Auto-graded instantly — exact match (MC) or keyword match (open)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388" y="2980944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107424" y="1920240"/>
            <a:ext cx="2532888" cy="2377440"/>
          </a:xfrm>
          <a:prstGeom prst="roundRect">
            <a:avLst>
              <a:gd name="adj" fmla="val 307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5"/>
          <p:cNvSpPr/>
          <p:nvPr/>
        </p:nvSpPr>
        <p:spPr>
          <a:xfrm>
            <a:off x="9107424" y="210312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B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244584" y="265176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0304" y="306324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score history and full answer review (correct vs. selected)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Authorization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97312" y="36576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94" y="567842"/>
            <a:ext cx="373075" cy="373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Shape 3"/>
          <p:cNvSpPr/>
          <p:nvPr/>
        </p:nvSpPr>
        <p:spPr>
          <a:xfrm>
            <a:off x="777240" y="16276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1765524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581912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508760" y="1892808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token expiry + bcrypt password hashing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4144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Shape 7"/>
          <p:cNvSpPr/>
          <p:nvPr/>
        </p:nvSpPr>
        <p:spPr>
          <a:xfrm>
            <a:off x="777240" y="2560320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2698212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51460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508760" y="2825496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 / student — enforced by middleware on every protected route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37413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Shape 11"/>
          <p:cNvSpPr/>
          <p:nvPr/>
        </p:nvSpPr>
        <p:spPr>
          <a:xfrm>
            <a:off x="777240" y="349300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363090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447288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approval queue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508760" y="3758184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Self-registered teachers stay pending until an admin approves them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30682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Shape 15"/>
          <p:cNvSpPr/>
          <p:nvPr/>
        </p:nvSpPr>
        <p:spPr>
          <a:xfrm>
            <a:off x="777240" y="4425696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4563588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379976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HTTP layer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508760" y="4690872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security headers + rate limiting on login and the paid AI endpoint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23951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19"/>
          <p:cNvSpPr/>
          <p:nvPr/>
        </p:nvSpPr>
        <p:spPr>
          <a:xfrm>
            <a:off x="777240" y="5358384"/>
            <a:ext cx="530352" cy="5303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5496276"/>
            <a:ext cx="254569" cy="2545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5312664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fixed via code review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508760" y="5605272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Exam-attempt endpoints originally had no ownership checks — any teacher could view another teacher's results. Every attempt-related endpoint now verifies exam/student ownership, or requires admin.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Requirements: Real-Time &amp;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1723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16632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 monitoring, powered by Socket.IO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685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watches, live, which students are taking a selected exam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progress for every student in real 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“Suspicious activity” signal — tab-switch / window-blur detection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the moment a student submits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 disconnect grace period — tolerates a page reload or network blip without a false “student left” alert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3076" y="1234440"/>
            <a:ext cx="531723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6597396" y="150876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16632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1554480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97396" y="224028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Cross-exam insights for teachers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97396" y="2651760"/>
            <a:ext cx="47685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across all exams: submissions, average score, pass rate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 breakdown table with one-click CSV export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score-distribution chart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difficulty ranking, hardest first — spot problem questions instantly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 aggregation — zero new backend endpoints, kept deliberately low-risk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Requirements: AI, Automation &amp; Access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94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MC/open questions from a topic via Google Gemini; preview before adding to the bank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67784" y="1325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4596384" y="1554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030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6384" y="2194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96384" y="2514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answers persist to localStorage; restored automatically after an accidental refresh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86928" y="1325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0"/>
          <p:cNvSpPr/>
          <p:nvPr/>
        </p:nvSpPr>
        <p:spPr>
          <a:xfrm>
            <a:off x="8415528" y="1554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174" y="16971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5528" y="2194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415528" y="2514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on every push: unit tests + build, plus a real ephemeral Postgres smoke test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4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39831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480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4800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docker-compose stack (Postgres + API + Nginx client) — one command to run locally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Shape 18"/>
          <p:cNvSpPr/>
          <p:nvPr/>
        </p:nvSpPr>
        <p:spPr>
          <a:xfrm>
            <a:off x="4596384" y="3840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030" y="398312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96384" y="4480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96384" y="4800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 + responsive off-canvas sidebar — desktop, tablet, and mobile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86928" y="3611880"/>
            <a:ext cx="34533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Shape 22"/>
          <p:cNvSpPr/>
          <p:nvPr/>
        </p:nvSpPr>
        <p:spPr>
          <a:xfrm>
            <a:off x="8415528" y="384048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174" y="398312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5528" y="44805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415528" y="4800600"/>
            <a:ext cx="299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role manages the teacher-approval queue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Code Quality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3931920"/>
          </a:xfrm>
          <a:prstGeom prst="roundRect">
            <a:avLst>
              <a:gd name="adj" fmla="val 2353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services &amp; API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45720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1" y="4738421"/>
            <a:ext cx="307238" cy="3072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3360" y="14630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119" y="15937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1417320"/>
            <a:ext cx="6976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clean across the codebase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023360" y="248716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119" y="2617927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441448"/>
            <a:ext cx="6976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multi-angle code review before submission — correctness, security, reuse, simplification, efficiency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023360" y="3511296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119" y="3642055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3465576"/>
            <a:ext cx="6976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&amp; fixed: an authorization gap, race conditions in the real-time layer, an unhandled promise rejection behind a confusing cross-tab auth bug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023360" y="4535424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119" y="4666183"/>
            <a:ext cx="241402" cy="2414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09160" y="4489704"/>
            <a:ext cx="6976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verified against running code — real Postgres, real browser sessions — not just read for correctness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148584" cy="146304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1830324" y="1993392"/>
            <a:ext cx="585216" cy="5852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480" y="2145548"/>
            <a:ext cx="280904" cy="280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700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Client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9443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Render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2414016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20184" y="1828800"/>
            <a:ext cx="3148584" cy="14630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6"/>
          <p:cNvSpPr/>
          <p:nvPr/>
        </p:nvSpPr>
        <p:spPr>
          <a:xfrm>
            <a:off x="5801868" y="1993392"/>
            <a:ext cx="585216" cy="585216"/>
          </a:xfrm>
          <a:prstGeom prst="ellipse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024" y="2145548"/>
            <a:ext cx="280904" cy="280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11624" y="26700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611624" y="29443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web 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944" y="2414016"/>
            <a:ext cx="292608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91728" y="1828800"/>
            <a:ext cx="3148584" cy="146304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Shape 10"/>
          <p:cNvSpPr/>
          <p:nvPr/>
        </p:nvSpPr>
        <p:spPr>
          <a:xfrm>
            <a:off x="9773412" y="1993392"/>
            <a:ext cx="585216" cy="5852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5568" y="2145548"/>
            <a:ext cx="280904" cy="2809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83168" y="2670048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583168" y="2944368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Render-hosted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40080" y="384962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4"/>
          <p:cNvSpPr/>
          <p:nvPr/>
        </p:nvSpPr>
        <p:spPr>
          <a:xfrm>
            <a:off x="914400" y="379476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gates every push before it reaches main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0080" y="4379976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16"/>
          <p:cNvSpPr/>
          <p:nvPr/>
        </p:nvSpPr>
        <p:spPr>
          <a:xfrm>
            <a:off x="914400" y="432511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explicitly between the client and API origins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4910328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18"/>
          <p:cNvSpPr/>
          <p:nvPr/>
        </p:nvSpPr>
        <p:spPr>
          <a:xfrm>
            <a:off x="914400" y="4855464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config: Docker Compose or mock-mode (no backend) for local dev, Render for production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5440680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0"/>
          <p:cNvSpPr/>
          <p:nvPr/>
        </p:nvSpPr>
        <p:spPr>
          <a:xfrm>
            <a:off x="914400" y="5385816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end-to-end pre-submission: login, exam flow, real-time features, and the database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Process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8800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82496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building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2011680"/>
            <a:ext cx="9262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features (Live Monitor, Analytics) each got an explicit design pass first — weighing tradeoffs before writing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822960" y="281635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95899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61488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deliberately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3090672"/>
            <a:ext cx="9262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stayed 100% client-side with zero new endpoints to minimize risk; Live Monitor got a real-time layer only because the feature genuinely needed one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1246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0"/>
          <p:cNvSpPr/>
          <p:nvPr/>
        </p:nvSpPr>
        <p:spPr>
          <a:xfrm>
            <a:off x="822960" y="3895344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037990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840480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don't assume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00200" y="4169664"/>
            <a:ext cx="9262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was tested against running code — a real database, real browser sessions — not just read for correctness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79145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4"/>
          <p:cNvSpPr/>
          <p:nvPr/>
        </p:nvSpPr>
        <p:spPr>
          <a:xfrm>
            <a:off x="822960" y="4974336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5116982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919472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“done”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600200" y="5248656"/>
            <a:ext cx="9262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code-review pass was a normal step before considering a feature finished, not an afterthought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097280"/>
            <a:ext cx="3291840" cy="329184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62956" cy="3291840"/>
          </a:xfrm>
          <a:prstGeom prst="roundRect">
            <a:avLst>
              <a:gd name="adj" fmla="val 2222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baseline requirements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28600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database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68796" y="1371600"/>
            <a:ext cx="4997196" cy="3291840"/>
          </a:xfrm>
          <a:prstGeom prst="roundRect">
            <a:avLst>
              <a:gd name="adj" fmla="val 2222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7"/>
          <p:cNvSpPr/>
          <p:nvPr/>
        </p:nvSpPr>
        <p:spPr>
          <a:xfrm>
            <a:off x="6643116" y="16002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75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3196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assignment's bonus list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43116" y="228600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&amp; live notifications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analytics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integration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Auto-save, CI/CD, Docker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design, admin tools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4846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skipped: microservices — over-engineering for this project's actual scale.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9811512" y="4480560"/>
            <a:ext cx="3840480" cy="384048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22747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1258</Words>
  <Application>Microsoft Office PowerPoint</Application>
  <PresentationFormat>מסך רחב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ExamsApp — Full Stack Exam Management System</dc:title>
  <dc:subject>PptxGenJS Presentation</dc:subject>
  <dc:creator>[Your Name]</dc:creator>
  <cp:lastModifiedBy>עמית גינזבורג</cp:lastModifiedBy>
  <cp:revision>2</cp:revision>
  <dcterms:created xsi:type="dcterms:W3CDTF">2026-07-06T09:55:38Z</dcterms:created>
  <dcterms:modified xsi:type="dcterms:W3CDTF">2026-07-06T09:59:42Z</dcterms:modified>
</cp:coreProperties>
</file>